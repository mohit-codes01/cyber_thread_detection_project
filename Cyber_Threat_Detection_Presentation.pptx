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AI-POWERED CYBERSECURITY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Cyber Threat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Machine Learning-Driven SOC Platform for Real-Time Network Intrusion Classification, Anomaly Detection &amp; Threat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48495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</a:defRPr>
            </a:pPr>
            <a:r>
              <a:t>✦  Random Forest Classifier (100 Estimators, Balanced Class Weights)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</a:defRPr>
            </a:pPr>
            <a:r>
              <a:t>✦  UNSW-NB15 Modern Network Traffic Flow Dataset (42 Features)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</a:defRPr>
            </a:pPr>
            <a:r>
              <a:t>✦  Streamlit Real-Time SOC Operations Dashboard with Zero Hardcoded Values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</a:defRPr>
            </a:pPr>
            <a:r>
              <a:t>✦  Production FastAPI Backend with SQLite Persistence &amp; PDF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01. INTRODUCTION &amp; 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Cyber Threat Detection?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Bridging the gap between explosive network traffic volumes and human analyst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The Traditional Security Crisis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Packet Overload: Millions of network flows per second overwhelm human inspection.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Static Signature Failures: Legacy firewalls fail against zero-day and polymorphic malware.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Alert Fatigue: SOC analysts are overwhelmed by massive false positive noise.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Delayed Response Time: Forensic investigations take hours after breaches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The Proposed AI Solution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Behavioral Machine Learning: Discovers deep statistical patterns in flow telemetry.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Binary Classification: Categorizes traffic into Normal (0) or Threat (1).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Prediction Confidence: Computes real probabilistic confidence (0% to 100%).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Executive SOC Dashboard: Dynamic telemetry, donut charts, and downloadable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Goals &amp; Architectural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for real-world production reliability and intuitive SOC 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Core System Goals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Real ML Inference: Zero fake or hardcoded values; every stat is computed live.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Probabilistic Confidence: Calculates predict_proba() for every traffic row.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Dual Interface Architecture: Fast Streamlit UI + Enterprise FastAPI backend.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Automated Reporting: Instant CSV export &amp; C-level PDF security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Quality &amp; Verification Standards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Schema Validation: Strictly verifies incoming columns against trained model.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Zero-Crash Fault Tolerance: Handles missing features and missing labels cleanly.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10-Scenario Automated Verification Suite: 100% test pass rate in test_system.py.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Production Ready: Lightweight, modular, and fast batch predictions.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03. DATASET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UNSW-NB15 Network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modern, realistic cyber network traffic dataset reflecting contemporary attack vectors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Dataset Characteristics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Origin: Created by Australian Centre for Cyber Security (ACCS / UNSW).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Modern Relevance: Replaces obsolete 1999 KDD-Cup/NSL-KDD benchmark datasets.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Traffic Diversity: Authentic background traffic mixed with 9 modern synthetic attacks.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Project Files: Training set (175k rows), Testing set (82k rows), Sample CSV (500 rows).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Key Flow Features (42 Features)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Flow Timing &amp; Durations: dur (duration), spkts, dpkts (packet counts).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Byte Transfer Metrics: sbytes, dbytes, sload, dload (traffic volume).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Protocols &amp; Services: proto (tcp, udp, arp), service (http, dns, ftp), state.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TCP Connection Attributes: sttl, dttl, swin, dwin, tcprtt, synack, ackdat.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04.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Scikit-learn Automated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Ensuring robust data cleaning, missing value imputation, and categorical encoding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Two-Branch ColumnTransformer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Automatic Feature Separation: Drops 'id' and 'attack_cat' to prevent data leakage.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Numerical Pipeline: SimpleImputer(strategy='median') handles outliers in traffic metrics.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Categorical Pipeline: SimpleImputer(strategy='most_frequent') + OneHotEncoder.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Zero-Crash Categoricals: handle_unknown='ignore' prevents crashes on new network protocols.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Pipeline Architecture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Full Scikit-learn Pipeline combining ColumnTransformer + Random Forest.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Encapsulates all imputation and encoding rules inside a single artifact.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Single-call inference: pipeline.predict(df) handles raw untransformed input.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Serialized model artifact stored at models/threat_model.pkl.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05. MACHINE LEARNING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Random Forest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Ensemble decision tree architecture tuned for high detection rate and minimum false alarms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Algorithm Rationale &amp; Parameters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Ensemble Bagging: Combines 100 decorrelated decision trees to eliminate variance.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Non-Linear Pattern Recognition: Captures intricate relationships across 42 features.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n_estimators = 100: Concurrent multi-tree voting on threat probabilities.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class_weight = 'balanced': Corrects natural class imbalance in network intrusions.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Inference Outputs &amp; Performance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Binary Prediction: pipeline.predict(X) returns 0 (Normal) or 1 (Threat).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Confidence Scores: pipeline.predict_proba(X) yields exact percentage confidence.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Evaluation Metrics: High Accuracy (~88%), Precision, Recall, and Confusion Matrix.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High Speed: Vectorized batch inference processes 500 flows in under 0.05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From raw network flow CSV ingestion to dynamic SOC visual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5-Stage Workflow Pipeline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1. Data Ingestion: User uploads CSV file via Streamlit or REST API.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2. Schema Validator: Verifies required 42 features against trained pipeline.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3. Scikit-learn Preprocessing: Median imputation and One-Hot Encoding.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4. Random Forest Inference: Predicts binary class (0/1) and confidence probability.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5. SOC Visualization: Dynamic metric cards, donut charts, and CSV report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Runtime Optimization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Cached Model Singleton: @st.cache_resource loads model once in memory.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Fault-Tolerant Engine: Clear error diagnostics when columns are missing.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Real-Time Refresh: st.rerun() button updates timestamps and re-executes calculations.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Modular Clean Separation: Dedicated modules for model, database, and 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07. 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Interactive Streamlit SOC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cybersecurity-themed interface inspired by modern enterprise Security Operations Centers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Live Metric Stat Cards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Total Records: Live count of uploaded rows (displays '--' in standby).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Threats Detected: Exact count of traffic flows classified as Threat (1).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Normal Traffic: Exact count of flows classified as Normal (0).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Threat Rate (%): Live calculated percentage of threats across uploaded traffic.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Model Status: Real-time badge (Ready to Detect / Analysis Complete / Unavailable).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Dual Donut Charts &amp; Visualizations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Threat Ratio Donut: Proportions of Threat vs Normal with centered rate display.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Detection Accuracy Donut: Calculates real accuracy when ground-truth 'label' is present.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Graceful Unlabeled Handling: Displays 'N/A' when 'label' is absent without crash.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Confusion Matrix Breakdown: True Positives, False Positives, TN, and FN breakdown.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08. ANALYTICS &amp;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Threat Detection &amp; Results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Empowering security analysts with dynamic filtering, inspection, and forensic CSV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Interactive Table &amp; Filtering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Full Results Grid: Every record enriched with Prediction, Status, and Confidence %.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Row Limit Selector: 10, 25, 50, 100, or All rows for rapid browser rendering.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Status Filtering: Instant filter by 'All Traffic', 'Threats Only', or 'Normal Only'.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Forensic Numbering: Sequential # index for audit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Export &amp; Multi-Page Navigation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Download Results Button: One-click export of 'cyber_threat_detection_results.csv'.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Audit Ready: Exports flow data merged with predicted labels and confidence ratings.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Sidebar Navigation: 4 dedicated views (Dashboard, Threats, Analytics, About).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Analytics View: Protocol distribution charts and missing value summaries.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09. ENTERPRISE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Full-Stack FastAPI &amp; Threat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Extending detection into an enterprise multi-tier architecture with REST APIs and database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FastAPI Backend Architecture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High Performance REST API: Asynchronous FastAPI server on localhost:8000.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Modular Routers: Dedicated endpoints for /api/auth, /api/analyze, /api/dashboard.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SQLite Database: cyber_threat_detector.db via SQLAlchemy ORM.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JWT Authentication: Secure user login, password hashing, and role-based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Threat Intel &amp; PDF Reporting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Threat Intelligence: IOC indicators (IPs, hashes) and heuristic detection rules.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Automated PDF Reports: ReportLab generator builds executive security audit PDFs.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Dual Operational Modes: Streamlit dashboard (8501) + FastAPI server (8000).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Enterprise Ready: Suitable for SOC analyst teams and automated SIEM ingestion.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10. VERIFICATION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Automated 10-Point Verification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Rigorous testing verifying 10 real-world deployment scenarios and edge-cases (test_system.py)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10 Verified Scenarios (100% Pass)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1: Standby start without CSV (model loaded, clean '--' metrics).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2: Valid UNSW-NB15 sample upload (real predictions produced).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3: Dynamic file switching (stats recalculate to new file).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4: Refresh simulation (timestamps and state refresh).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5: Results CSV export (verified 108KB downloadable file).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Edge Case &amp; Fault Tolerance Tests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6: Ground-truth label present (88% accuracy + confusion matrix).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7: Unlabeled CSV upload (graceful fallback, accuracy displays N/A).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8: Missing model features (caught cleanly, zero crash).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9: Missing model file (gracefully displays 'Model Unavailable').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TEST 10: Sidebar navigation (all 4 views verified and responsive).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solidFill>
              <a:srgbClr val="09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</a:defRPr>
            </a:pPr>
            <a:r>
              <a:t>11. 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8BDF8"/>
                </a:solidFill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Summary of project outcomes, real-world utility, and planned technology extensions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Key Project Achievements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Production-Grade ML Pipeline: Random Forest + Scikit-learn on UNSW-NB15.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Zero Fake Metrics: Completely data-driven with probability confidence scores.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Dual Deployment: Interactive Streamlit SOC UI + Enterprise FastAPI REST server.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10/10 Verified: 100% pass rate in automated reliability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Future Roadmap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Live Packet Sniffing: Direct NIC integration with Scapy for real-time PCAP capture.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Deep Learning Ensembles: LSTM / Transformer architectures for multi-step attacks.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Automated Firewall Action: Automatic IP blocking via iptables upon threat detection.</a:t>
            </a:r>
          </a:p>
          <a:p>
            <a:pPr>
              <a:spcAft>
                <a:spcPts val="800"/>
              </a:spcAft>
              <a:defRPr sz="1250">
                <a:solidFill>
                  <a:srgbClr val="94A3B8"/>
                </a:solidFill>
              </a:defRPr>
            </a:pPr>
            <a:r>
              <a:t>✦  Cloud Scale: Kubernetes deployment for horizontal SOC scaling.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● Cyber Threat Detection System  |  UNSW-NB15 Benchmark &amp; Random Forest Pipeline  |  SOC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